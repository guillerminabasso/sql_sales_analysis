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D0F0-6A6F-D9EB-18EB-441110025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34CE6-7FB5-AA3A-1DD9-4CE7127E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6C796-397D-E1BD-4BCB-0E90A5EC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94FB4-B69F-1823-25B1-34ADA7BD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35A1F-E843-6D8A-BE81-25F8DC14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07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AAE0-D5A1-5AAA-EAB2-493D0894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08158-036C-DC9A-8BBE-0CCD955BE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9A599-FF3F-151A-3102-7628DC9F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3BDE9-2D6C-12BA-E40D-09E9A831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E7A5F-BBC5-AE92-5125-A6244565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790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FB18-CE23-72C8-E76F-8D9FE088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E796B-D796-40EB-91E6-8047CC88B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DC9F3-F641-C2A6-AB16-45AA5097E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8CC33-FACF-D95F-C924-F43A17A8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6C56-E666-1642-AEB2-E4B48F9C1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137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ACFB-D256-AB7A-8ECB-9A5E4B1C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BD41-F66F-084F-1905-AA114C9CC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976C6-0367-C36D-ECF0-C3B5423A9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79466-AF08-2589-C5D1-136F6694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2625D-0BA9-6DFA-F797-1AF5C46E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6036C-620B-8746-AFF9-7D877E8A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85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C6E9-EAC4-0EBD-E5FA-1C761C266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BC767-C8DE-42F3-99B0-39D5B27D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9A7C6-7C42-7091-E149-257A4421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8A42A3-99C4-0BE0-668A-CFFDA41B2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08C3-7CD1-E091-0135-CED8B003C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ADF7D-B20B-105B-3E9D-13CD6A45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4CB78-2A95-0798-8CE7-CE24DA4E1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D336E7-260E-E7B7-263F-8DA3A18B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695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0E1C-3C9E-6470-8DB1-534FEAD7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7C731-834B-6896-7523-93797F787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B3E2F-858A-6011-BB94-10195BC78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5AF3A-0BC3-7784-8B77-77322DC0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03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A2FDF-591A-DCF2-F7C4-CF933EE1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0F484-E8EC-4766-A395-8C6BA46F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0E061-78E5-C9AE-CA31-7DF907F3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5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7A87-AF3C-5063-7D8C-4EDE23D2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7A762-9B8E-F2BB-D05F-4EE1EE2D3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44F46-F2C9-6AD8-DB66-B4F06DB76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A6D2-546C-ADC3-1E48-99CBBEF4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91CC8-DAA4-094C-4FDC-083AA55AD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658A3-ACB9-C0F8-5C9A-AA49250B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83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5CC5-2B33-6460-21DD-0BCB5E9B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5C41CE-6577-426B-C87A-B075BE2F3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5087D-4585-4602-BD1B-B1E045177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C62D5-BD18-B4D8-9443-2B2D1B17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0A375-27B4-757C-1D62-564AA1B5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4EA99-C0CB-234C-7EDB-30C91AE4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45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ECBC-4754-D802-4F6D-134AE278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B29A8-BDB8-DFA9-A2C7-77A4082D5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119C-D4E2-E89F-1AA8-FCB192B9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06D9C-3CC3-6B0A-8E68-C3896B7C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BEF8A-D21D-8EDA-BE06-6B12E967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47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93D21A-FB4D-7442-9902-64D8F33DA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533AB-25FE-2513-351C-53E4E53D5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BEA4-D2E6-673F-A84C-459105DE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FD86F-B48D-EFCC-B742-13580822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9206-19FE-CDBB-DA8E-8C550BCD7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838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CED74-5546-F6B7-A07F-D5927BF8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CE35D-DE21-A93A-83C7-08600D659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9E5E0-CB2A-77D4-FA5F-D887209A69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722E8-D116-4816-A918-F55FD794B53A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349AE-E7EC-C809-507F-89FAEA53C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B1602-FA20-D3C3-94DE-976D06102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B8B80-D8B4-4181-8043-3FBBE2F7C3E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6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CDDAAD-06C8-547C-74D5-E998C83CC216}"/>
              </a:ext>
            </a:extLst>
          </p:cNvPr>
          <p:cNvSpPr/>
          <p:nvPr/>
        </p:nvSpPr>
        <p:spPr>
          <a:xfrm>
            <a:off x="5210400" y="860036"/>
            <a:ext cx="1948550" cy="71845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Revenue</a:t>
            </a:r>
            <a:r>
              <a:rPr lang="es-AR" sz="2400" dirty="0">
                <a:solidFill>
                  <a:schemeClr val="tx1"/>
                </a:solidFill>
              </a:rPr>
              <a:t> </a:t>
            </a:r>
            <a:endParaRPr lang="fr-FR" sz="2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0480B4-E33D-AE06-6E34-80B4F2E34BF8}"/>
              </a:ext>
            </a:extLst>
          </p:cNvPr>
          <p:cNvCxnSpPr>
            <a:cxnSpLocks/>
          </p:cNvCxnSpPr>
          <p:nvPr/>
        </p:nvCxnSpPr>
        <p:spPr>
          <a:xfrm>
            <a:off x="6883401" y="1050536"/>
            <a:ext cx="0" cy="3374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CCDC72-B11E-BD85-A60A-27CD69F7B5AB}"/>
              </a:ext>
            </a:extLst>
          </p:cNvPr>
          <p:cNvCxnSpPr>
            <a:cxnSpLocks/>
          </p:cNvCxnSpPr>
          <p:nvPr/>
        </p:nvCxnSpPr>
        <p:spPr>
          <a:xfrm>
            <a:off x="6184675" y="1582101"/>
            <a:ext cx="0" cy="293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995D11-8565-2B4C-D991-B82AD16EC03A}"/>
              </a:ext>
            </a:extLst>
          </p:cNvPr>
          <p:cNvCxnSpPr>
            <a:cxnSpLocks/>
          </p:cNvCxnSpPr>
          <p:nvPr/>
        </p:nvCxnSpPr>
        <p:spPr>
          <a:xfrm>
            <a:off x="2957294" y="3058886"/>
            <a:ext cx="65411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30C5EB-E08C-7D27-ABB9-4141C26463C7}"/>
              </a:ext>
            </a:extLst>
          </p:cNvPr>
          <p:cNvSpPr/>
          <p:nvPr/>
        </p:nvSpPr>
        <p:spPr>
          <a:xfrm>
            <a:off x="4257004" y="1876015"/>
            <a:ext cx="3830854" cy="7184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F9DAC-1757-1158-3EA4-47D803F162D8}"/>
                  </a:ext>
                </a:extLst>
              </p:cNvPr>
              <p:cNvSpPr txBox="1"/>
              <p:nvPr/>
            </p:nvSpPr>
            <p:spPr>
              <a:xfrm>
                <a:off x="4353028" y="1960576"/>
                <a:ext cx="3687356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𝑅𝑒𝑣𝑒𝑛𝑢𝑒</m:t>
                      </m:r>
                      <m:r>
                        <a:rPr lang="fr-F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𝐶𝑢𝑠𝑡𝑜𝑚𝑒𝑟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 ∗ </m:t>
                      </m:r>
                      <m:f>
                        <m:f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num>
                        <m:den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𝐶𝑢𝑠𝑡𝑜𝑚𝑒𝑟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2F9DAC-1757-1158-3EA4-47D803F16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028" y="1960576"/>
                <a:ext cx="3687356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91A775D-0F0C-D2D3-B862-ECCA95CBBDF8}"/>
              </a:ext>
            </a:extLst>
          </p:cNvPr>
          <p:cNvSpPr/>
          <p:nvPr/>
        </p:nvSpPr>
        <p:spPr>
          <a:xfrm>
            <a:off x="2182595" y="4854413"/>
            <a:ext cx="1807029" cy="7184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New Customers</a:t>
            </a:r>
            <a:r>
              <a:rPr lang="es-AR" sz="1600" dirty="0">
                <a:solidFill>
                  <a:schemeClr val="tx1"/>
                </a:solidFill>
              </a:rPr>
              <a:t> 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1E30FB9-8E31-5A5A-A239-8A1237C37DEC}"/>
              </a:ext>
            </a:extLst>
          </p:cNvPr>
          <p:cNvSpPr/>
          <p:nvPr/>
        </p:nvSpPr>
        <p:spPr>
          <a:xfrm>
            <a:off x="2182596" y="5715330"/>
            <a:ext cx="1807029" cy="71845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Existing Customers</a:t>
            </a:r>
            <a:r>
              <a:rPr lang="es-AR" sz="1600" dirty="0">
                <a:solidFill>
                  <a:schemeClr val="tx1"/>
                </a:solidFill>
              </a:rPr>
              <a:t> </a:t>
            </a:r>
            <a:endParaRPr lang="fr-FR" sz="1600" dirty="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6F2597-C69D-2E67-B531-EEEB7E9A3E06}"/>
              </a:ext>
            </a:extLst>
          </p:cNvPr>
          <p:cNvCxnSpPr>
            <a:cxnSpLocks/>
          </p:cNvCxnSpPr>
          <p:nvPr/>
        </p:nvCxnSpPr>
        <p:spPr>
          <a:xfrm>
            <a:off x="1915068" y="4419407"/>
            <a:ext cx="0" cy="1680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D0DF56-5C2A-1626-E252-CE7EECC872F6}"/>
              </a:ext>
            </a:extLst>
          </p:cNvPr>
          <p:cNvCxnSpPr>
            <a:cxnSpLocks/>
          </p:cNvCxnSpPr>
          <p:nvPr/>
        </p:nvCxnSpPr>
        <p:spPr>
          <a:xfrm>
            <a:off x="1923747" y="6099456"/>
            <a:ext cx="258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36D9AA-2C9D-6CEE-FB49-878685045406}"/>
              </a:ext>
            </a:extLst>
          </p:cNvPr>
          <p:cNvCxnSpPr>
            <a:cxnSpLocks/>
          </p:cNvCxnSpPr>
          <p:nvPr/>
        </p:nvCxnSpPr>
        <p:spPr>
          <a:xfrm>
            <a:off x="1923747" y="5213642"/>
            <a:ext cx="258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C9B96F8-683F-CCB5-E30C-57ACAD868043}"/>
              </a:ext>
            </a:extLst>
          </p:cNvPr>
          <p:cNvSpPr/>
          <p:nvPr/>
        </p:nvSpPr>
        <p:spPr>
          <a:xfrm>
            <a:off x="1790758" y="3515432"/>
            <a:ext cx="2354844" cy="89755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Customers</a:t>
            </a:r>
            <a:endParaRPr lang="fr-FR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B6B1F5-C3F7-45BE-DE42-212C7475CEB5}"/>
              </a:ext>
            </a:extLst>
          </p:cNvPr>
          <p:cNvCxnSpPr>
            <a:cxnSpLocks/>
          </p:cNvCxnSpPr>
          <p:nvPr/>
        </p:nvCxnSpPr>
        <p:spPr>
          <a:xfrm>
            <a:off x="4232524" y="5213643"/>
            <a:ext cx="0" cy="8858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74A44A-80C5-0259-7A23-183E71B6731F}"/>
              </a:ext>
            </a:extLst>
          </p:cNvPr>
          <p:cNvCxnSpPr>
            <a:cxnSpLocks/>
          </p:cNvCxnSpPr>
          <p:nvPr/>
        </p:nvCxnSpPr>
        <p:spPr>
          <a:xfrm>
            <a:off x="3989624" y="6099456"/>
            <a:ext cx="258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EF3AAF-DF77-15E7-CAD1-9BB83EF7BDEE}"/>
              </a:ext>
            </a:extLst>
          </p:cNvPr>
          <p:cNvCxnSpPr>
            <a:cxnSpLocks/>
          </p:cNvCxnSpPr>
          <p:nvPr/>
        </p:nvCxnSpPr>
        <p:spPr>
          <a:xfrm>
            <a:off x="3989624" y="5213642"/>
            <a:ext cx="258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6570B40-77AD-7E17-180F-9BE0072AF4E7}"/>
              </a:ext>
            </a:extLst>
          </p:cNvPr>
          <p:cNvSpPr/>
          <p:nvPr/>
        </p:nvSpPr>
        <p:spPr>
          <a:xfrm>
            <a:off x="4800599" y="5297320"/>
            <a:ext cx="1009261" cy="7184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Orders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142E2B1-E061-BECB-2653-1A6AB20FB1EA}"/>
              </a:ext>
            </a:extLst>
          </p:cNvPr>
          <p:cNvSpPr/>
          <p:nvPr/>
        </p:nvSpPr>
        <p:spPr>
          <a:xfrm>
            <a:off x="8452325" y="4986267"/>
            <a:ext cx="1969198" cy="7184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EB3163-8C92-1948-C226-9F59633C4A7A}"/>
                  </a:ext>
                </a:extLst>
              </p:cNvPr>
              <p:cNvSpPr txBox="1"/>
              <p:nvPr/>
            </p:nvSpPr>
            <p:spPr>
              <a:xfrm>
                <a:off x="8756875" y="5111847"/>
                <a:ext cx="1252530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 sz="160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AR" sz="1600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sz="1600" i="0">
                              <a:latin typeface="Cambria Math" panose="02040503050406030204" pitchFamily="18" charset="0"/>
                            </a:rPr>
                            <m:t>Revenue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AR" sz="1600" b="0" i="0" smtClean="0">
                              <a:latin typeface="Cambria Math" panose="02040503050406030204" pitchFamily="18" charset="0"/>
                            </a:rPr>
                            <m:t>Order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1EB3163-8C92-1948-C226-9F59633C4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875" y="5111847"/>
                <a:ext cx="1252530" cy="461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8BA4882-2DD7-1C60-571F-ABDB9821A96F}"/>
              </a:ext>
            </a:extLst>
          </p:cNvPr>
          <p:cNvSpPr/>
          <p:nvPr/>
        </p:nvSpPr>
        <p:spPr>
          <a:xfrm>
            <a:off x="8210187" y="3522544"/>
            <a:ext cx="2354844" cy="89755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50A847-3FD7-D346-1B57-277EFB42DC17}"/>
                  </a:ext>
                </a:extLst>
              </p:cNvPr>
              <p:cNvSpPr txBox="1"/>
              <p:nvPr/>
            </p:nvSpPr>
            <p:spPr>
              <a:xfrm>
                <a:off x="8761344" y="3712020"/>
                <a:ext cx="1252530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AR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AR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AR" i="0">
                              <a:latin typeface="Cambria Math" panose="02040503050406030204" pitchFamily="18" charset="0"/>
                            </a:rPr>
                            <m:t>Revenue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AR" i="0">
                              <a:latin typeface="Cambria Math" panose="02040503050406030204" pitchFamily="18" charset="0"/>
                            </a:rPr>
                            <m:t>Customer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50A847-3FD7-D346-1B57-277EFB42D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344" y="3712020"/>
                <a:ext cx="1252530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9E8AC93-BEE9-3DAF-C231-B046C01F29F0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2968180" y="3058886"/>
            <a:ext cx="0" cy="4565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CC6579D-FB1C-74F7-7BF9-6EC8143CA30E}"/>
              </a:ext>
            </a:extLst>
          </p:cNvPr>
          <p:cNvCxnSpPr>
            <a:cxnSpLocks/>
          </p:cNvCxnSpPr>
          <p:nvPr/>
        </p:nvCxnSpPr>
        <p:spPr>
          <a:xfrm flipH="1">
            <a:off x="9508448" y="3058886"/>
            <a:ext cx="870" cy="463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4436A13-6855-B869-1A81-BD096EB3BA75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4248472" y="5656548"/>
            <a:ext cx="552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1717D59-65C5-0FA3-B6FA-AE54DF50A4C9}"/>
              </a:ext>
            </a:extLst>
          </p:cNvPr>
          <p:cNvCxnSpPr>
            <a:cxnSpLocks/>
          </p:cNvCxnSpPr>
          <p:nvPr/>
        </p:nvCxnSpPr>
        <p:spPr>
          <a:xfrm>
            <a:off x="9519113" y="4432023"/>
            <a:ext cx="0" cy="554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2B809D9-B96C-7869-410B-C3773B64512A}"/>
              </a:ext>
            </a:extLst>
          </p:cNvPr>
          <p:cNvCxnSpPr>
            <a:cxnSpLocks/>
          </p:cNvCxnSpPr>
          <p:nvPr/>
        </p:nvCxnSpPr>
        <p:spPr>
          <a:xfrm>
            <a:off x="6199190" y="2601686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94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Guillermina Basso</dc:creator>
  <cp:lastModifiedBy>Guillermina Basso</cp:lastModifiedBy>
  <cp:revision>4</cp:revision>
  <dcterms:created xsi:type="dcterms:W3CDTF">2026-08-30T16:21:14Z</dcterms:created>
  <dcterms:modified xsi:type="dcterms:W3CDTF">2026-08-31T13:40:38Z</dcterms:modified>
</cp:coreProperties>
</file>
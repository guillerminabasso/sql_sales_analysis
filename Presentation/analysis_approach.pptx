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FD0F0-6A6F-D9EB-18EB-4411100253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D34CE6-7FB5-AA3A-1DD9-4CE7127EB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6C796-397D-E1BD-4BCB-0E90A5EC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94FB4-B69F-1823-25B1-34ADA7BD3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35A1F-E843-6D8A-BE81-25F8DC14E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7079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2AAE0-D5A1-5AAA-EAB2-493D0894A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08158-036C-DC9A-8BBE-0CCD955BE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49A599-FF3F-151A-3102-7628DC9F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3BDE9-2D6C-12BA-E40D-09E9A8313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E7A5F-BBC5-AE92-5125-A6244565B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7903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AFB18-CE23-72C8-E76F-8D9FE0887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BE796B-D796-40EB-91E6-8047CC88B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DC9F3-F641-C2A6-AB16-45AA5097E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8CC33-FACF-D95F-C924-F43A17A89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E6C56-E666-1642-AEB2-E4B48F9C1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1375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7ACFB-D256-AB7A-8ECB-9A5E4B1C8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17BD41-F66F-084F-1905-AA114C9CC9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D976C6-0367-C36D-ECF0-C3B5423A99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579466-AF08-2589-C5D1-136F66948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42625D-0BA9-6DFA-F797-1AF5C46E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6036C-620B-8746-AFF9-7D877E8A7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9852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C6E9-EAC4-0EBD-E5FA-1C761C266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BC767-C8DE-42F3-99B0-39D5B27DC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99A7C6-7C42-7091-E149-257A44215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8A42A3-99C4-0BE0-668A-CFFDA41B24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208C3-7CD1-E091-0135-CED8B003C8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ADF7D-B20B-105B-3E9D-13CD6A45A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4CB78-2A95-0798-8CE7-CE24DA4E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D336E7-260E-E7B7-263F-8DA3A18BD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6958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0E1C-3C9E-6470-8DB1-534FEAD7E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A7C731-834B-6896-7523-93797F787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B3E2F-858A-6011-BB94-10195BC78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55AF3A-0BC3-7784-8B77-77322DC08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6031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9A2FDF-591A-DCF2-F7C4-CF933EE11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70F484-E8EC-4766-A395-8C6BA46FA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0E061-78E5-C9AE-CA31-7DF907F39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4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97A87-AF3C-5063-7D8C-4EDE23D2F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A762-9B8E-F2BB-D05F-4EE1EE2D3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244F46-F2C9-6AD8-DB66-B4F06DB76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5AA6D2-546C-ADC3-1E48-99CBBEF40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691CC8-DAA4-094C-4FDC-083AA55A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658A3-ACB9-C0F8-5C9A-AA49250B0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6832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15CC5-2B33-6460-21DD-0BCB5E9B6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5C41CE-6577-426B-C87A-B075BE2F3E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5087D-4585-4602-BD1B-B1E045177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C62D5-BD18-B4D8-9443-2B2D1B170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0A375-27B4-757C-1D62-564AA1B51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4EA99-C0CB-234C-7EDB-30C91AE48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8451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EECBC-4754-D802-4F6D-134AE2785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FB29A8-BDB8-DFA9-A2C7-77A4082D59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1119C-D4E2-E89F-1AA8-FCB192B9F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506D9C-3CC3-6B0A-8E68-C3896B7C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BEF8A-D21D-8EDA-BE06-6B12E9677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847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3D21A-FB4D-7442-9902-64D8F33DA2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7533AB-25FE-2513-351C-53E4E53D5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1BEA4-D2E6-673F-A84C-459105DEB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FD86F-B48D-EFCC-B742-13580822E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89206-19FE-CDBB-DA8E-8C550BCD7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38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5CED74-5546-F6B7-A07F-D5927BF8C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7CE35D-DE21-A93A-83C7-08600D659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29E5E0-CB2A-77D4-FA5F-D887209A69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B722E8-D116-4816-A918-F55FD794B53A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349AE-E7EC-C809-507F-89FAEA53C8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B1602-FA20-D3C3-94DE-976D061020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FB8B80-D8B4-4181-8043-3FBBE2F7C3E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568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CDDAAD-06C8-547C-74D5-E998C83CC216}"/>
              </a:ext>
            </a:extLst>
          </p:cNvPr>
          <p:cNvSpPr/>
          <p:nvPr/>
        </p:nvSpPr>
        <p:spPr>
          <a:xfrm>
            <a:off x="4777263" y="330646"/>
            <a:ext cx="1948550" cy="71845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Revenue</a:t>
            </a:r>
            <a:r>
              <a:rPr lang="es-AR" sz="2400" dirty="0">
                <a:solidFill>
                  <a:schemeClr val="tx1"/>
                </a:solidFill>
              </a:rPr>
              <a:t> </a:t>
            </a:r>
            <a:endParaRPr lang="fr-FR" sz="24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CCDC72-B11E-BD85-A60A-27CD69F7B5AB}"/>
              </a:ext>
            </a:extLst>
          </p:cNvPr>
          <p:cNvCxnSpPr>
            <a:cxnSpLocks/>
          </p:cNvCxnSpPr>
          <p:nvPr/>
        </p:nvCxnSpPr>
        <p:spPr>
          <a:xfrm>
            <a:off x="5751538" y="1052711"/>
            <a:ext cx="0" cy="2939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B995D11-8565-2B4C-D991-B82AD16EC03A}"/>
              </a:ext>
            </a:extLst>
          </p:cNvPr>
          <p:cNvCxnSpPr>
            <a:cxnSpLocks/>
          </p:cNvCxnSpPr>
          <p:nvPr/>
        </p:nvCxnSpPr>
        <p:spPr>
          <a:xfrm>
            <a:off x="4010530" y="1346626"/>
            <a:ext cx="32834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91A775D-0F0C-D2D3-B862-ECCA95CBBDF8}"/>
              </a:ext>
            </a:extLst>
          </p:cNvPr>
          <p:cNvSpPr/>
          <p:nvPr/>
        </p:nvSpPr>
        <p:spPr>
          <a:xfrm>
            <a:off x="3629496" y="3121275"/>
            <a:ext cx="1807029" cy="71845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6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New Customers</a:t>
            </a:r>
            <a:r>
              <a:rPr lang="es-AR" sz="1600" dirty="0">
                <a:solidFill>
                  <a:schemeClr val="tx1"/>
                </a:solidFill>
              </a:rPr>
              <a:t> 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1E30FB9-8E31-5A5A-A239-8A1237C37DEC}"/>
              </a:ext>
            </a:extLst>
          </p:cNvPr>
          <p:cNvSpPr/>
          <p:nvPr/>
        </p:nvSpPr>
        <p:spPr>
          <a:xfrm>
            <a:off x="3629497" y="3982192"/>
            <a:ext cx="1807029" cy="71845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6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Existing Customers</a:t>
            </a:r>
            <a:r>
              <a:rPr lang="es-AR" sz="1600" dirty="0">
                <a:solidFill>
                  <a:schemeClr val="tx1"/>
                </a:solidFill>
              </a:rPr>
              <a:t> </a:t>
            </a:r>
            <a:endParaRPr lang="fr-FR" sz="1600" dirty="0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D6F2597-C69D-2E67-B531-EEEB7E9A3E06}"/>
              </a:ext>
            </a:extLst>
          </p:cNvPr>
          <p:cNvCxnSpPr>
            <a:cxnSpLocks/>
          </p:cNvCxnSpPr>
          <p:nvPr/>
        </p:nvCxnSpPr>
        <p:spPr>
          <a:xfrm>
            <a:off x="3361969" y="2686269"/>
            <a:ext cx="0" cy="16800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6D0DF56-5C2A-1626-E252-CE7EECC872F6}"/>
              </a:ext>
            </a:extLst>
          </p:cNvPr>
          <p:cNvCxnSpPr>
            <a:cxnSpLocks/>
          </p:cNvCxnSpPr>
          <p:nvPr/>
        </p:nvCxnSpPr>
        <p:spPr>
          <a:xfrm>
            <a:off x="3370648" y="4366318"/>
            <a:ext cx="2588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636D9AA-2C9D-6CEE-FB49-878685045406}"/>
              </a:ext>
            </a:extLst>
          </p:cNvPr>
          <p:cNvCxnSpPr>
            <a:cxnSpLocks/>
          </p:cNvCxnSpPr>
          <p:nvPr/>
        </p:nvCxnSpPr>
        <p:spPr>
          <a:xfrm>
            <a:off x="3370648" y="3480504"/>
            <a:ext cx="2588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C9B96F8-683F-CCB5-E30C-57ACAD868043}"/>
              </a:ext>
            </a:extLst>
          </p:cNvPr>
          <p:cNvSpPr/>
          <p:nvPr/>
        </p:nvSpPr>
        <p:spPr>
          <a:xfrm>
            <a:off x="3081681" y="1799505"/>
            <a:ext cx="2354844" cy="89755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Customers</a:t>
            </a:r>
            <a:endParaRPr lang="fr-FR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6570B40-77AD-7E17-180F-9BE0072AF4E7}"/>
              </a:ext>
            </a:extLst>
          </p:cNvPr>
          <p:cNvSpPr/>
          <p:nvPr/>
        </p:nvSpPr>
        <p:spPr>
          <a:xfrm>
            <a:off x="7160027" y="4985642"/>
            <a:ext cx="935960" cy="66168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6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Orders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4142E2B1-E061-BECB-2653-1A6AB20FB1EA}"/>
              </a:ext>
            </a:extLst>
          </p:cNvPr>
          <p:cNvSpPr/>
          <p:nvPr/>
        </p:nvSpPr>
        <p:spPr>
          <a:xfrm>
            <a:off x="9184619" y="4975552"/>
            <a:ext cx="1826178" cy="66168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EB3163-8C92-1948-C226-9F59633C4A7A}"/>
                  </a:ext>
                </a:extLst>
              </p:cNvPr>
              <p:cNvSpPr txBox="1"/>
              <p:nvPr/>
            </p:nvSpPr>
            <p:spPr>
              <a:xfrm>
                <a:off x="9437117" y="5080790"/>
                <a:ext cx="1161561" cy="4610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s-AR" sz="1600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s-AR" sz="16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s-AR" sz="1600" i="0">
                              <a:latin typeface="Cambria Math" panose="02040503050406030204" pitchFamily="18" charset="0"/>
                            </a:rPr>
                            <m:t>Revenue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s-AR" sz="1600" b="0" i="0" smtClean="0">
                              <a:latin typeface="Cambria Math" panose="02040503050406030204" pitchFamily="18" charset="0"/>
                            </a:rPr>
                            <m:t>Order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EB3163-8C92-1948-C226-9F59633C4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7117" y="5080790"/>
                <a:ext cx="1161561" cy="4610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8BA4882-2DD7-1C60-571F-ABDB9821A96F}"/>
              </a:ext>
            </a:extLst>
          </p:cNvPr>
          <p:cNvSpPr/>
          <p:nvPr/>
        </p:nvSpPr>
        <p:spPr>
          <a:xfrm>
            <a:off x="5826628" y="1791768"/>
            <a:ext cx="2354844" cy="89755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D50A847-3FD7-D346-1B57-277EFB42DC17}"/>
                  </a:ext>
                </a:extLst>
              </p:cNvPr>
              <p:cNvSpPr txBox="1"/>
              <p:nvPr/>
            </p:nvSpPr>
            <p:spPr>
              <a:xfrm>
                <a:off x="6377785" y="1981244"/>
                <a:ext cx="1252530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s-AR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s-AR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s-AR" i="0">
                              <a:latin typeface="Cambria Math" panose="02040503050406030204" pitchFamily="18" charset="0"/>
                            </a:rPr>
                            <m:t>Revenue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s-AR" i="0">
                              <a:latin typeface="Cambria Math" panose="02040503050406030204" pitchFamily="18" charset="0"/>
                            </a:rPr>
                            <m:t>Customer</m:t>
                          </m:r>
                        </m:den>
                      </m:f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D50A847-3FD7-D346-1B57-277EFB42DC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785" y="1981244"/>
                <a:ext cx="1252530" cy="5186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9E8AC93-BEE9-3DAF-C231-B046C01F29F0}"/>
              </a:ext>
            </a:extLst>
          </p:cNvPr>
          <p:cNvCxnSpPr>
            <a:cxnSpLocks/>
          </p:cNvCxnSpPr>
          <p:nvPr/>
        </p:nvCxnSpPr>
        <p:spPr>
          <a:xfrm>
            <a:off x="4016951" y="1353738"/>
            <a:ext cx="0" cy="456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CC6579D-FB1C-74F7-7BF9-6EC8143CA30E}"/>
              </a:ext>
            </a:extLst>
          </p:cNvPr>
          <p:cNvCxnSpPr>
            <a:cxnSpLocks/>
          </p:cNvCxnSpPr>
          <p:nvPr/>
        </p:nvCxnSpPr>
        <p:spPr>
          <a:xfrm flipH="1">
            <a:off x="7293961" y="1346626"/>
            <a:ext cx="870" cy="463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ED2E37B3-DBD8-BB0C-0906-78B2993A7EAF}"/>
              </a:ext>
            </a:extLst>
          </p:cNvPr>
          <p:cNvSpPr/>
          <p:nvPr/>
        </p:nvSpPr>
        <p:spPr>
          <a:xfrm>
            <a:off x="7984295" y="3679338"/>
            <a:ext cx="1807030" cy="66168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Revenue</a:t>
            </a:r>
            <a:r>
              <a:rPr lang="es-AR" dirty="0">
                <a:solidFill>
                  <a:schemeClr val="tx1"/>
                </a:solidFill>
              </a:rPr>
              <a:t> </a:t>
            </a:r>
            <a:endParaRPr lang="fr-FR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F0480B4-E33D-AE06-6E34-80B4F2E34BF8}"/>
              </a:ext>
            </a:extLst>
          </p:cNvPr>
          <p:cNvCxnSpPr>
            <a:cxnSpLocks/>
          </p:cNvCxnSpPr>
          <p:nvPr/>
        </p:nvCxnSpPr>
        <p:spPr>
          <a:xfrm>
            <a:off x="9517747" y="3839733"/>
            <a:ext cx="0" cy="3107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29DF7F1-C0FB-FBA8-FDBA-76FBE7B0B7A1}"/>
              </a:ext>
            </a:extLst>
          </p:cNvPr>
          <p:cNvCxnSpPr>
            <a:cxnSpLocks/>
          </p:cNvCxnSpPr>
          <p:nvPr/>
        </p:nvCxnSpPr>
        <p:spPr>
          <a:xfrm>
            <a:off x="8855918" y="4364250"/>
            <a:ext cx="0" cy="2706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80A71E8-55A0-27B3-8297-132D2667306F}"/>
              </a:ext>
            </a:extLst>
          </p:cNvPr>
          <p:cNvCxnSpPr>
            <a:cxnSpLocks/>
          </p:cNvCxnSpPr>
          <p:nvPr/>
        </p:nvCxnSpPr>
        <p:spPr>
          <a:xfrm>
            <a:off x="7766124" y="4622799"/>
            <a:ext cx="22315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DF1B9D2-57E7-32DB-CB3E-7FAADFBEE0BD}"/>
              </a:ext>
            </a:extLst>
          </p:cNvPr>
          <p:cNvCxnSpPr>
            <a:cxnSpLocks/>
          </p:cNvCxnSpPr>
          <p:nvPr/>
        </p:nvCxnSpPr>
        <p:spPr>
          <a:xfrm>
            <a:off x="9997672" y="4630197"/>
            <a:ext cx="1" cy="337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962A874-4664-0CAA-BF3C-ED709934D512}"/>
              </a:ext>
            </a:extLst>
          </p:cNvPr>
          <p:cNvCxnSpPr>
            <a:cxnSpLocks/>
          </p:cNvCxnSpPr>
          <p:nvPr/>
        </p:nvCxnSpPr>
        <p:spPr>
          <a:xfrm>
            <a:off x="6448660" y="607773"/>
            <a:ext cx="0" cy="3374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CDCF25-75EB-61EC-8FFA-EE62A1F9BFF0}"/>
              </a:ext>
            </a:extLst>
          </p:cNvPr>
          <p:cNvCxnSpPr>
            <a:cxnSpLocks/>
          </p:cNvCxnSpPr>
          <p:nvPr/>
        </p:nvCxnSpPr>
        <p:spPr>
          <a:xfrm>
            <a:off x="7766124" y="4630197"/>
            <a:ext cx="1" cy="337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FE95C362-22C5-8971-6BE1-6D20BE7C60B4}"/>
              </a:ext>
            </a:extLst>
          </p:cNvPr>
          <p:cNvCxnSpPr>
            <a:cxnSpLocks/>
          </p:cNvCxnSpPr>
          <p:nvPr/>
        </p:nvCxnSpPr>
        <p:spPr>
          <a:xfrm>
            <a:off x="6725813" y="668527"/>
            <a:ext cx="2791934" cy="300206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40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Guillermina Basso</dc:creator>
  <cp:lastModifiedBy>Guillermina Basso</cp:lastModifiedBy>
  <cp:revision>5</cp:revision>
  <dcterms:created xsi:type="dcterms:W3CDTF">2026-08-30T16:21:14Z</dcterms:created>
  <dcterms:modified xsi:type="dcterms:W3CDTF">2026-09-04T15:29:08Z</dcterms:modified>
</cp:coreProperties>
</file>